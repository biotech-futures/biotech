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8" r:id="rId2"/>
    <p:sldId id="266" r:id="rId3"/>
    <p:sldId id="267" r:id="rId4"/>
    <p:sldId id="256" r:id="rId5"/>
    <p:sldId id="257" r:id="rId6"/>
    <p:sldId id="259" r:id="rId7"/>
    <p:sldId id="263" r:id="rId8"/>
    <p:sldId id="262" r:id="rId9"/>
    <p:sldId id="258" r:id="rId10"/>
    <p:sldId id="260" r:id="rId11"/>
    <p:sldId id="264" r:id="rId12"/>
    <p:sldId id="265" r:id="rId13"/>
    <p:sldId id="261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FFEE83-F216-359A-E42D-57CBDD00C6C7}" v="16" dt="2026-03-29T22:02:24.381"/>
    <p1510:client id="{5314FCB1-DB09-AEAC-21FD-8FB526876181}" v="885" dt="2026-03-29T23:20:52.365"/>
    <p1510:client id="{A9AE7374-A4A9-98BC-0D3D-7500923C5662}" v="1357" dt="2026-03-29T23:29:58.680"/>
    <p1510:client id="{FF90A417-8349-B281-776B-72CFDF28CD85}" v="206" dt="2026-03-29T22:21:46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k Das" userId="S::adas0616@uni.sydney.edu.au::24d53fd1-fa32-476b-94eb-49d8290a2e96" providerId="AD" clId="Web-{A9AE7374-A4A9-98BC-0D3D-7500923C5662}"/>
    <pc:docChg chg="addSld modSld sldOrd">
      <pc:chgData name="Alok Das" userId="S::adas0616@uni.sydney.edu.au::24d53fd1-fa32-476b-94eb-49d8290a2e96" providerId="AD" clId="Web-{A9AE7374-A4A9-98BC-0D3D-7500923C5662}" dt="2026-03-29T23:29:58.680" v="747"/>
      <pc:docMkLst>
        <pc:docMk/>
      </pc:docMkLst>
      <pc:sldChg chg="addSp delSp modSp">
        <pc:chgData name="Alok Das" userId="S::adas0616@uni.sydney.edu.au::24d53fd1-fa32-476b-94eb-49d8290a2e96" providerId="AD" clId="Web-{A9AE7374-A4A9-98BC-0D3D-7500923C5662}" dt="2026-03-29T22:41:35.703" v="426" actId="20577"/>
        <pc:sldMkLst>
          <pc:docMk/>
          <pc:sldMk cId="2286510799" sldId="259"/>
        </pc:sldMkLst>
        <pc:spChg chg="add del mod">
          <ac:chgData name="Alok Das" userId="S::adas0616@uni.sydney.edu.au::24d53fd1-fa32-476b-94eb-49d8290a2e96" providerId="AD" clId="Web-{A9AE7374-A4A9-98BC-0D3D-7500923C5662}" dt="2026-03-29T22:26:38.286" v="9"/>
          <ac:spMkLst>
            <pc:docMk/>
            <pc:sldMk cId="2286510799" sldId="259"/>
            <ac:spMk id="3" creationId="{AF46211D-6A20-F960-D320-EA8B795CBE95}"/>
          </ac:spMkLst>
        </pc:spChg>
        <pc:spChg chg="add mod">
          <ac:chgData name="Alok Das" userId="S::adas0616@uni.sydney.edu.au::24d53fd1-fa32-476b-94eb-49d8290a2e96" providerId="AD" clId="Web-{A9AE7374-A4A9-98BC-0D3D-7500923C5662}" dt="2026-03-29T22:30:52.716" v="190" actId="20577"/>
          <ac:spMkLst>
            <pc:docMk/>
            <pc:sldMk cId="2286510799" sldId="259"/>
            <ac:spMk id="4" creationId="{1CBFA202-E572-5614-66D2-29152F29A969}"/>
          </ac:spMkLst>
        </pc:spChg>
        <pc:spChg chg="add del mod">
          <ac:chgData name="Alok Das" userId="S::adas0616@uni.sydney.edu.au::24d53fd1-fa32-476b-94eb-49d8290a2e96" providerId="AD" clId="Web-{A9AE7374-A4A9-98BC-0D3D-7500923C5662}" dt="2026-03-29T22:31:11.248" v="194"/>
          <ac:spMkLst>
            <pc:docMk/>
            <pc:sldMk cId="2286510799" sldId="259"/>
            <ac:spMk id="6" creationId="{8C9BE2E0-9E9A-AC6E-2C87-E4DC56A564C4}"/>
          </ac:spMkLst>
        </pc:spChg>
        <pc:spChg chg="add mod">
          <ac:chgData name="Alok Das" userId="S::adas0616@uni.sydney.edu.au::24d53fd1-fa32-476b-94eb-49d8290a2e96" providerId="AD" clId="Web-{A9AE7374-A4A9-98BC-0D3D-7500923C5662}" dt="2026-03-29T22:41:35.703" v="426" actId="20577"/>
          <ac:spMkLst>
            <pc:docMk/>
            <pc:sldMk cId="2286510799" sldId="259"/>
            <ac:spMk id="7" creationId="{A4FD603F-02D3-C85E-A7E4-EAFC0A1C0044}"/>
          </ac:spMkLst>
        </pc:spChg>
        <pc:picChg chg="add mod">
          <ac:chgData name="Alok Das" userId="S::adas0616@uni.sydney.edu.au::24d53fd1-fa32-476b-94eb-49d8290a2e96" providerId="AD" clId="Web-{A9AE7374-A4A9-98BC-0D3D-7500923C5662}" dt="2026-03-29T22:26:31.332" v="6" actId="1076"/>
          <ac:picMkLst>
            <pc:docMk/>
            <pc:sldMk cId="2286510799" sldId="259"/>
            <ac:picMk id="2" creationId="{1E651430-006C-97ED-4AF1-07003C619B50}"/>
          </ac:picMkLst>
        </pc:picChg>
        <pc:picChg chg="add mod">
          <ac:chgData name="Alok Das" userId="S::adas0616@uni.sydney.edu.au::24d53fd1-fa32-476b-94eb-49d8290a2e96" providerId="AD" clId="Web-{A9AE7374-A4A9-98BC-0D3D-7500923C5662}" dt="2026-03-29T22:30:47.012" v="189" actId="1076"/>
          <ac:picMkLst>
            <pc:docMk/>
            <pc:sldMk cId="2286510799" sldId="259"/>
            <ac:picMk id="5" creationId="{08EB56A1-9922-1E33-328D-C5720E2AEAC9}"/>
          </ac:picMkLst>
        </pc:picChg>
      </pc:sldChg>
      <pc:sldChg chg="addSp modSp">
        <pc:chgData name="Alok Das" userId="S::adas0616@uni.sydney.edu.au::24d53fd1-fa32-476b-94eb-49d8290a2e96" providerId="AD" clId="Web-{A9AE7374-A4A9-98BC-0D3D-7500923C5662}" dt="2026-03-29T22:48:19.387" v="475" actId="1076"/>
        <pc:sldMkLst>
          <pc:docMk/>
          <pc:sldMk cId="4262193857" sldId="260"/>
        </pc:sldMkLst>
        <pc:spChg chg="mod">
          <ac:chgData name="Alok Das" userId="S::adas0616@uni.sydney.edu.au::24d53fd1-fa32-476b-94eb-49d8290a2e96" providerId="AD" clId="Web-{A9AE7374-A4A9-98BC-0D3D-7500923C5662}" dt="2026-03-29T22:48:14.465" v="471" actId="20577"/>
          <ac:spMkLst>
            <pc:docMk/>
            <pc:sldMk cId="4262193857" sldId="260"/>
            <ac:spMk id="3" creationId="{3D17636C-0B01-B9F4-E559-56948F851E8D}"/>
          </ac:spMkLst>
        </pc:spChg>
        <pc:picChg chg="add mod">
          <ac:chgData name="Alok Das" userId="S::adas0616@uni.sydney.edu.au::24d53fd1-fa32-476b-94eb-49d8290a2e96" providerId="AD" clId="Web-{A9AE7374-A4A9-98BC-0D3D-7500923C5662}" dt="2026-03-29T22:25:25.330" v="3" actId="14100"/>
          <ac:picMkLst>
            <pc:docMk/>
            <pc:sldMk cId="4262193857" sldId="260"/>
            <ac:picMk id="5" creationId="{B8FB82E4-96E5-45A6-B503-525875C07B7E}"/>
          </ac:picMkLst>
        </pc:picChg>
        <pc:picChg chg="add mod">
          <ac:chgData name="Alok Das" userId="S::adas0616@uni.sydney.edu.au::24d53fd1-fa32-476b-94eb-49d8290a2e96" providerId="AD" clId="Web-{A9AE7374-A4A9-98BC-0D3D-7500923C5662}" dt="2026-03-29T22:48:19.387" v="475" actId="1076"/>
          <ac:picMkLst>
            <pc:docMk/>
            <pc:sldMk cId="4262193857" sldId="260"/>
            <ac:picMk id="6" creationId="{C48C9B0D-3B93-57F4-555C-FCEC623337FE}"/>
          </ac:picMkLst>
        </pc:picChg>
      </pc:sldChg>
      <pc:sldChg chg="addSp delSp modSp new">
        <pc:chgData name="Alok Das" userId="S::adas0616@uni.sydney.edu.au::24d53fd1-fa32-476b-94eb-49d8290a2e96" providerId="AD" clId="Web-{A9AE7374-A4A9-98BC-0D3D-7500923C5662}" dt="2026-03-29T22:56:52.324" v="730" actId="20577"/>
        <pc:sldMkLst>
          <pc:docMk/>
          <pc:sldMk cId="2591506137" sldId="262"/>
        </pc:sldMkLst>
        <pc:spChg chg="del">
          <ac:chgData name="Alok Das" userId="S::adas0616@uni.sydney.edu.au::24d53fd1-fa32-476b-94eb-49d8290a2e96" providerId="AD" clId="Web-{A9AE7374-A4A9-98BC-0D3D-7500923C5662}" dt="2026-03-29T22:49:38.110" v="476"/>
          <ac:spMkLst>
            <pc:docMk/>
            <pc:sldMk cId="2591506137" sldId="262"/>
            <ac:spMk id="3" creationId="{4745211A-0AE1-3AA7-7552-6010CF37D1BA}"/>
          </ac:spMkLst>
        </pc:spChg>
        <pc:spChg chg="add del mod">
          <ac:chgData name="Alok Das" userId="S::adas0616@uni.sydney.edu.au::24d53fd1-fa32-476b-94eb-49d8290a2e96" providerId="AD" clId="Web-{A9AE7374-A4A9-98BC-0D3D-7500923C5662}" dt="2026-03-29T22:49:47.141" v="480"/>
          <ac:spMkLst>
            <pc:docMk/>
            <pc:sldMk cId="2591506137" sldId="262"/>
            <ac:spMk id="5" creationId="{67761AE5-12CA-08B5-A3C5-8B8F9AEFD117}"/>
          </ac:spMkLst>
        </pc:spChg>
        <pc:spChg chg="add del mod">
          <ac:chgData name="Alok Das" userId="S::adas0616@uni.sydney.edu.au::24d53fd1-fa32-476b-94eb-49d8290a2e96" providerId="AD" clId="Web-{A9AE7374-A4A9-98BC-0D3D-7500923C5662}" dt="2026-03-29T22:50:44.800" v="483"/>
          <ac:spMkLst>
            <pc:docMk/>
            <pc:sldMk cId="2591506137" sldId="262"/>
            <ac:spMk id="6" creationId="{98B5A786-AD06-8298-607E-36C15FF036E1}"/>
          </ac:spMkLst>
        </pc:spChg>
        <pc:spChg chg="add del mod">
          <ac:chgData name="Alok Das" userId="S::adas0616@uni.sydney.edu.au::24d53fd1-fa32-476b-94eb-49d8290a2e96" providerId="AD" clId="Web-{A9AE7374-A4A9-98BC-0D3D-7500923C5662}" dt="2026-03-29T22:51:35.036" v="514"/>
          <ac:spMkLst>
            <pc:docMk/>
            <pc:sldMk cId="2591506137" sldId="262"/>
            <ac:spMk id="7" creationId="{AC326858-49F1-8A5D-468E-52545D70553A}"/>
          </ac:spMkLst>
        </pc:spChg>
        <pc:spChg chg="add mod">
          <ac:chgData name="Alok Das" userId="S::adas0616@uni.sydney.edu.au::24d53fd1-fa32-476b-94eb-49d8290a2e96" providerId="AD" clId="Web-{A9AE7374-A4A9-98BC-0D3D-7500923C5662}" dt="2026-03-29T22:56:52.324" v="730" actId="20577"/>
          <ac:spMkLst>
            <pc:docMk/>
            <pc:sldMk cId="2591506137" sldId="262"/>
            <ac:spMk id="8" creationId="{A7CC5983-A9F8-6CDE-C744-724B4B436C9D}"/>
          </ac:spMkLst>
        </pc:spChg>
        <pc:picChg chg="add mod ord">
          <ac:chgData name="Alok Das" userId="S::adas0616@uni.sydney.edu.au::24d53fd1-fa32-476b-94eb-49d8290a2e96" providerId="AD" clId="Web-{A9AE7374-A4A9-98BC-0D3D-7500923C5662}" dt="2026-03-29T22:49:39.766" v="477" actId="1076"/>
          <ac:picMkLst>
            <pc:docMk/>
            <pc:sldMk cId="2591506137" sldId="262"/>
            <ac:picMk id="4" creationId="{B41E96AA-1D0B-6E18-9B91-5FCEAD649872}"/>
          </ac:picMkLst>
        </pc:picChg>
      </pc:sldChg>
      <pc:sldChg chg="addSp delSp modSp new">
        <pc:chgData name="Alok Das" userId="S::adas0616@uni.sydney.edu.au::24d53fd1-fa32-476b-94eb-49d8290a2e96" providerId="AD" clId="Web-{A9AE7374-A4A9-98BC-0D3D-7500923C5662}" dt="2026-03-29T22:51:18.332" v="511" actId="20577"/>
        <pc:sldMkLst>
          <pc:docMk/>
          <pc:sldMk cId="2133337695" sldId="263"/>
        </pc:sldMkLst>
        <pc:spChg chg="del">
          <ac:chgData name="Alok Das" userId="S::adas0616@uni.sydney.edu.au::24d53fd1-fa32-476b-94eb-49d8290a2e96" providerId="AD" clId="Web-{A9AE7374-A4A9-98BC-0D3D-7500923C5662}" dt="2026-03-29T22:37:26.433" v="245"/>
          <ac:spMkLst>
            <pc:docMk/>
            <pc:sldMk cId="2133337695" sldId="263"/>
            <ac:spMk id="3" creationId="{F927EA68-071B-0175-E673-4185ECD0E57E}"/>
          </ac:spMkLst>
        </pc:spChg>
        <pc:spChg chg="add mod">
          <ac:chgData name="Alok Das" userId="S::adas0616@uni.sydney.edu.au::24d53fd1-fa32-476b-94eb-49d8290a2e96" providerId="AD" clId="Web-{A9AE7374-A4A9-98BC-0D3D-7500923C5662}" dt="2026-03-29T22:50:55.863" v="487" actId="1076"/>
          <ac:spMkLst>
            <pc:docMk/>
            <pc:sldMk cId="2133337695" sldId="263"/>
            <ac:spMk id="5" creationId="{76C5A3DE-9308-797A-6BDC-5A1BC03E9F98}"/>
          </ac:spMkLst>
        </pc:spChg>
        <pc:spChg chg="add mod">
          <ac:chgData name="Alok Das" userId="S::adas0616@uni.sydney.edu.au::24d53fd1-fa32-476b-94eb-49d8290a2e96" providerId="AD" clId="Web-{A9AE7374-A4A9-98BC-0D3D-7500923C5662}" dt="2026-03-29T22:51:18.332" v="511" actId="20577"/>
          <ac:spMkLst>
            <pc:docMk/>
            <pc:sldMk cId="2133337695" sldId="263"/>
            <ac:spMk id="7" creationId="{C330FFC5-CC8C-17EE-C018-03B10F09DF7C}"/>
          </ac:spMkLst>
        </pc:spChg>
        <pc:picChg chg="add mod ord">
          <ac:chgData name="Alok Das" userId="S::adas0616@uni.sydney.edu.au::24d53fd1-fa32-476b-94eb-49d8290a2e96" providerId="AD" clId="Web-{A9AE7374-A4A9-98BC-0D3D-7500923C5662}" dt="2026-03-29T22:37:31.386" v="247" actId="1076"/>
          <ac:picMkLst>
            <pc:docMk/>
            <pc:sldMk cId="2133337695" sldId="263"/>
            <ac:picMk id="4" creationId="{82D583AE-605F-4256-224F-70BA38F8F9F7}"/>
          </ac:picMkLst>
        </pc:picChg>
        <pc:picChg chg="add mod">
          <ac:chgData name="Alok Das" userId="S::adas0616@uni.sydney.edu.au::24d53fd1-fa32-476b-94eb-49d8290a2e96" providerId="AD" clId="Web-{A9AE7374-A4A9-98BC-0D3D-7500923C5662}" dt="2026-03-29T22:50:59.269" v="488" actId="1076"/>
          <ac:picMkLst>
            <pc:docMk/>
            <pc:sldMk cId="2133337695" sldId="263"/>
            <ac:picMk id="6" creationId="{00C08730-E9BA-A088-8ED6-EC7FF61C5208}"/>
          </ac:picMkLst>
        </pc:picChg>
      </pc:sldChg>
      <pc:sldChg chg="addSp delSp modSp new mod ord setBg">
        <pc:chgData name="Alok Das" userId="S::adas0616@uni.sydney.edu.au::24d53fd1-fa32-476b-94eb-49d8290a2e96" providerId="AD" clId="Web-{A9AE7374-A4A9-98BC-0D3D-7500923C5662}" dt="2026-03-29T23:29:58.680" v="747"/>
        <pc:sldMkLst>
          <pc:docMk/>
          <pc:sldMk cId="280567548" sldId="268"/>
        </pc:sldMkLst>
        <pc:spChg chg="add del">
          <ac:chgData name="Alok Das" userId="S::adas0616@uni.sydney.edu.au::24d53fd1-fa32-476b-94eb-49d8290a2e96" providerId="AD" clId="Web-{A9AE7374-A4A9-98BC-0D3D-7500923C5662}" dt="2026-03-29T23:29:58.680" v="747"/>
          <ac:spMkLst>
            <pc:docMk/>
            <pc:sldMk cId="280567548" sldId="268"/>
            <ac:spMk id="2" creationId="{EF64FDBC-EA68-7939-2304-407E2EB9C113}"/>
          </ac:spMkLst>
        </pc:spChg>
        <pc:spChg chg="del">
          <ac:chgData name="Alok Das" userId="S::adas0616@uni.sydney.edu.au::24d53fd1-fa32-476b-94eb-49d8290a2e96" providerId="AD" clId="Web-{A9AE7374-A4A9-98BC-0D3D-7500923C5662}" dt="2026-03-29T23:19:33.785" v="732"/>
          <ac:spMkLst>
            <pc:docMk/>
            <pc:sldMk cId="280567548" sldId="268"/>
            <ac:spMk id="3" creationId="{2E8020E3-C239-7CA7-1E8A-6785D2C7E0BA}"/>
          </ac:spMkLst>
        </pc:spChg>
        <pc:spChg chg="add del mod">
          <ac:chgData name="Alok Das" userId="S::adas0616@uni.sydney.edu.au::24d53fd1-fa32-476b-94eb-49d8290a2e96" providerId="AD" clId="Web-{A9AE7374-A4A9-98BC-0D3D-7500923C5662}" dt="2026-03-29T23:19:55.506" v="734"/>
          <ac:spMkLst>
            <pc:docMk/>
            <pc:sldMk cId="280567548" sldId="268"/>
            <ac:spMk id="6" creationId="{626A09F1-572D-B45E-51C5-EDA1DB8E5993}"/>
          </ac:spMkLst>
        </pc:spChg>
        <pc:spChg chg="add del">
          <ac:chgData name="Alok Das" userId="S::adas0616@uni.sydney.edu.au::24d53fd1-fa32-476b-94eb-49d8290a2e96" providerId="AD" clId="Web-{A9AE7374-A4A9-98BC-0D3D-7500923C5662}" dt="2026-03-29T23:29:58.680" v="747"/>
          <ac:spMkLst>
            <pc:docMk/>
            <pc:sldMk cId="280567548" sldId="268"/>
            <ac:spMk id="12" creationId="{42A4FC2C-047E-45A5-965D-8E1E3BF09BC6}"/>
          </ac:spMkLst>
        </pc:spChg>
        <pc:picChg chg="add del mod ord">
          <ac:chgData name="Alok Das" userId="S::adas0616@uni.sydney.edu.au::24d53fd1-fa32-476b-94eb-49d8290a2e96" providerId="AD" clId="Web-{A9AE7374-A4A9-98BC-0D3D-7500923C5662}" dt="2026-03-29T23:19:54.677" v="733"/>
          <ac:picMkLst>
            <pc:docMk/>
            <pc:sldMk cId="280567548" sldId="268"/>
            <ac:picMk id="4" creationId="{08D3F5BA-9370-9DAC-04F1-60E24BA77973}"/>
          </ac:picMkLst>
        </pc:picChg>
        <pc:picChg chg="add mod ord">
          <ac:chgData name="Alok Das" userId="S::adas0616@uni.sydney.edu.au::24d53fd1-fa32-476b-94eb-49d8290a2e96" providerId="AD" clId="Web-{A9AE7374-A4A9-98BC-0D3D-7500923C5662}" dt="2026-03-29T23:29:58.680" v="747"/>
          <ac:picMkLst>
            <pc:docMk/>
            <pc:sldMk cId="280567548" sldId="268"/>
            <ac:picMk id="7" creationId="{5C2CEDD2-6698-CE2F-7E44-E6E32A3DA298}"/>
          </ac:picMkLst>
        </pc:picChg>
      </pc:sldChg>
    </pc:docChg>
  </pc:docChgLst>
  <pc:docChgLst>
    <pc:chgData name="Alok Das" userId="S::adas0616@uni.sydney.edu.au::24d53fd1-fa32-476b-94eb-49d8290a2e96" providerId="AD" clId="Web-{FF90A417-8349-B281-776B-72CFDF28CD85}"/>
    <pc:docChg chg="modSld">
      <pc:chgData name="Alok Das" userId="S::adas0616@uni.sydney.edu.au::24d53fd1-fa32-476b-94eb-49d8290a2e96" providerId="AD" clId="Web-{FF90A417-8349-B281-776B-72CFDF28CD85}" dt="2026-03-29T22:21:46.175" v="112" actId="1076"/>
      <pc:docMkLst>
        <pc:docMk/>
      </pc:docMkLst>
      <pc:sldChg chg="addSp modSp">
        <pc:chgData name="Alok Das" userId="S::adas0616@uni.sydney.edu.au::24d53fd1-fa32-476b-94eb-49d8290a2e96" providerId="AD" clId="Web-{FF90A417-8349-B281-776B-72CFDF28CD85}" dt="2026-03-29T22:21:46.175" v="112" actId="1076"/>
        <pc:sldMkLst>
          <pc:docMk/>
          <pc:sldMk cId="4262193857" sldId="260"/>
        </pc:sldMkLst>
        <pc:spChg chg="add mod">
          <ac:chgData name="Alok Das" userId="S::adas0616@uni.sydney.edu.au::24d53fd1-fa32-476b-94eb-49d8290a2e96" providerId="AD" clId="Web-{FF90A417-8349-B281-776B-72CFDF28CD85}" dt="2026-03-29T22:18:17.276" v="94" actId="20577"/>
          <ac:spMkLst>
            <pc:docMk/>
            <pc:sldMk cId="4262193857" sldId="260"/>
            <ac:spMk id="2" creationId="{C8759397-C72E-8CA2-8FC4-27FC84DB169B}"/>
          </ac:spMkLst>
        </pc:spChg>
        <pc:spChg chg="add mod">
          <ac:chgData name="Alok Das" userId="S::adas0616@uni.sydney.edu.au::24d53fd1-fa32-476b-94eb-49d8290a2e96" providerId="AD" clId="Web-{FF90A417-8349-B281-776B-72CFDF28CD85}" dt="2026-03-29T22:20:55.267" v="110" actId="20577"/>
          <ac:spMkLst>
            <pc:docMk/>
            <pc:sldMk cId="4262193857" sldId="260"/>
            <ac:spMk id="3" creationId="{3D17636C-0B01-B9F4-E559-56948F851E8D}"/>
          </ac:spMkLst>
        </pc:spChg>
        <pc:picChg chg="add mod">
          <ac:chgData name="Alok Das" userId="S::adas0616@uni.sydney.edu.au::24d53fd1-fa32-476b-94eb-49d8290a2e96" providerId="AD" clId="Web-{FF90A417-8349-B281-776B-72CFDF28CD85}" dt="2026-03-29T22:21:46.175" v="112" actId="1076"/>
          <ac:picMkLst>
            <pc:docMk/>
            <pc:sldMk cId="4262193857" sldId="260"/>
            <ac:picMk id="4" creationId="{8F775E1A-B39E-E020-357E-558668B4EB30}"/>
          </ac:picMkLst>
        </pc:picChg>
      </pc:sldChg>
    </pc:docChg>
  </pc:docChgLst>
  <pc:docChgLst>
    <pc:chgData name="Kai Pham" userId="S::tpha0428@uni.sydney.edu.au::f238cf6d-ac37-4b5c-90bc-26f58c5c1de8" providerId="AD" clId="Web-{23FFEE83-F216-359A-E42D-57CBDD00C6C7}"/>
    <pc:docChg chg="addSld modSld">
      <pc:chgData name="Kai Pham" userId="S::tpha0428@uni.sydney.edu.au::f238cf6d-ac37-4b5c-90bc-26f58c5c1de8" providerId="AD" clId="Web-{23FFEE83-F216-359A-E42D-57CBDD00C6C7}" dt="2026-03-29T22:02:22.897" v="13"/>
      <pc:docMkLst>
        <pc:docMk/>
      </pc:docMkLst>
      <pc:sldChg chg="addSp delSp modSp">
        <pc:chgData name="Kai Pham" userId="S::tpha0428@uni.sydney.edu.au::f238cf6d-ac37-4b5c-90bc-26f58c5c1de8" providerId="AD" clId="Web-{23FFEE83-F216-359A-E42D-57CBDD00C6C7}" dt="2026-03-29T22:01:13.458" v="2"/>
        <pc:sldMkLst>
          <pc:docMk/>
          <pc:sldMk cId="109857222" sldId="256"/>
        </pc:sldMkLst>
        <pc:spChg chg="del">
          <ac:chgData name="Kai Pham" userId="S::tpha0428@uni.sydney.edu.au::f238cf6d-ac37-4b5c-90bc-26f58c5c1de8" providerId="AD" clId="Web-{23FFEE83-F216-359A-E42D-57CBDD00C6C7}" dt="2026-03-29T22:01:04.208" v="1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Kai Pham" userId="S::tpha0428@uni.sydney.edu.au::f238cf6d-ac37-4b5c-90bc-26f58c5c1de8" providerId="AD" clId="Web-{23FFEE83-F216-359A-E42D-57CBDD00C6C7}" dt="2026-03-29T22:01:04.208" v="0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Kai Pham" userId="S::tpha0428@uni.sydney.edu.au::f238cf6d-ac37-4b5c-90bc-26f58c5c1de8" providerId="AD" clId="Web-{23FFEE83-F216-359A-E42D-57CBDD00C6C7}" dt="2026-03-29T22:01:13.458" v="2"/>
          <ac:picMkLst>
            <pc:docMk/>
            <pc:sldMk cId="109857222" sldId="256"/>
            <ac:picMk id="4" creationId="{CCC19E4C-3F63-72AC-60B7-B212D35B3057}"/>
          </ac:picMkLst>
        </pc:picChg>
      </pc:sldChg>
      <pc:sldChg chg="addSp delSp modSp new mod setBg">
        <pc:chgData name="Kai Pham" userId="S::tpha0428@uni.sydney.edu.au::f238cf6d-ac37-4b5c-90bc-26f58c5c1de8" providerId="AD" clId="Web-{23FFEE83-F216-359A-E42D-57CBDD00C6C7}" dt="2026-03-29T22:02:22.897" v="13"/>
        <pc:sldMkLst>
          <pc:docMk/>
          <pc:sldMk cId="1788003062" sldId="257"/>
        </pc:sldMkLst>
        <pc:spChg chg="del">
          <ac:chgData name="Kai Pham" userId="S::tpha0428@uni.sydney.edu.au::f238cf6d-ac37-4b5c-90bc-26f58c5c1de8" providerId="AD" clId="Web-{23FFEE83-F216-359A-E42D-57CBDD00C6C7}" dt="2026-03-29T22:01:24.115" v="5"/>
          <ac:spMkLst>
            <pc:docMk/>
            <pc:sldMk cId="1788003062" sldId="257"/>
            <ac:spMk id="2" creationId="{6E161900-DD72-AA9F-59DA-15F0A3FECB27}"/>
          </ac:spMkLst>
        </pc:spChg>
        <pc:spChg chg="del">
          <ac:chgData name="Kai Pham" userId="S::tpha0428@uni.sydney.edu.au::f238cf6d-ac37-4b5c-90bc-26f58c5c1de8" providerId="AD" clId="Web-{23FFEE83-F216-359A-E42D-57CBDD00C6C7}" dt="2026-03-29T22:01:24.115" v="4"/>
          <ac:spMkLst>
            <pc:docMk/>
            <pc:sldMk cId="1788003062" sldId="257"/>
            <ac:spMk id="3" creationId="{1781B9B9-5194-7C78-30CB-755B8F98777C}"/>
          </ac:spMkLst>
        </pc:spChg>
        <pc:picChg chg="add del mod">
          <ac:chgData name="Kai Pham" userId="S::tpha0428@uni.sydney.edu.au::f238cf6d-ac37-4b5c-90bc-26f58c5c1de8" providerId="AD" clId="Web-{23FFEE83-F216-359A-E42D-57CBDD00C6C7}" dt="2026-03-29T22:02:20.210" v="12"/>
          <ac:picMkLst>
            <pc:docMk/>
            <pc:sldMk cId="1788003062" sldId="257"/>
            <ac:picMk id="4" creationId="{D6874D94-C9EF-4D58-22DF-E6B3FB4891A3}"/>
          </ac:picMkLst>
        </pc:picChg>
        <pc:picChg chg="add mod">
          <ac:chgData name="Kai Pham" userId="S::tpha0428@uni.sydney.edu.au::f238cf6d-ac37-4b5c-90bc-26f58c5c1de8" providerId="AD" clId="Web-{23FFEE83-F216-359A-E42D-57CBDD00C6C7}" dt="2026-03-29T22:02:22.897" v="13"/>
          <ac:picMkLst>
            <pc:docMk/>
            <pc:sldMk cId="1788003062" sldId="257"/>
            <ac:picMk id="5" creationId="{16B2050F-6330-D5F4-8B8E-7497E681A460}"/>
          </ac:picMkLst>
        </pc:picChg>
      </pc:sldChg>
      <pc:sldChg chg="add replId">
        <pc:chgData name="Kai Pham" userId="S::tpha0428@uni.sydney.edu.au::f238cf6d-ac37-4b5c-90bc-26f58c5c1de8" providerId="AD" clId="Web-{23FFEE83-F216-359A-E42D-57CBDD00C6C7}" dt="2026-03-29T22:01:40.209" v="6"/>
        <pc:sldMkLst>
          <pc:docMk/>
          <pc:sldMk cId="2969370751" sldId="258"/>
        </pc:sldMkLst>
      </pc:sldChg>
      <pc:sldChg chg="add replId">
        <pc:chgData name="Kai Pham" userId="S::tpha0428@uni.sydney.edu.au::f238cf6d-ac37-4b5c-90bc-26f58c5c1de8" providerId="AD" clId="Web-{23FFEE83-F216-359A-E42D-57CBDD00C6C7}" dt="2026-03-29T22:01:40.240" v="7"/>
        <pc:sldMkLst>
          <pc:docMk/>
          <pc:sldMk cId="2286510799" sldId="259"/>
        </pc:sldMkLst>
      </pc:sldChg>
      <pc:sldChg chg="add replId">
        <pc:chgData name="Kai Pham" userId="S::tpha0428@uni.sydney.edu.au::f238cf6d-ac37-4b5c-90bc-26f58c5c1de8" providerId="AD" clId="Web-{23FFEE83-F216-359A-E42D-57CBDD00C6C7}" dt="2026-03-29T22:01:41.068" v="8"/>
        <pc:sldMkLst>
          <pc:docMk/>
          <pc:sldMk cId="4262193857" sldId="260"/>
        </pc:sldMkLst>
      </pc:sldChg>
      <pc:sldChg chg="add replId">
        <pc:chgData name="Kai Pham" userId="S::tpha0428@uni.sydney.edu.au::f238cf6d-ac37-4b5c-90bc-26f58c5c1de8" providerId="AD" clId="Web-{23FFEE83-F216-359A-E42D-57CBDD00C6C7}" dt="2026-03-29T22:01:41.084" v="9"/>
        <pc:sldMkLst>
          <pc:docMk/>
          <pc:sldMk cId="665306278" sldId="261"/>
        </pc:sldMkLst>
      </pc:sldChg>
    </pc:docChg>
  </pc:docChgLst>
  <pc:docChgLst>
    <pc:chgData name="Kai Pham" userId="S::tpha0428@uni.sydney.edu.au::f238cf6d-ac37-4b5c-90bc-26f58c5c1de8" providerId="AD" clId="Web-{5314FCB1-DB09-AEAC-21FD-8FB526876181}"/>
    <pc:docChg chg="addSld modSld sldOrd">
      <pc:chgData name="Kai Pham" userId="S::tpha0428@uni.sydney.edu.au::f238cf6d-ac37-4b5c-90bc-26f58c5c1de8" providerId="AD" clId="Web-{5314FCB1-DB09-AEAC-21FD-8FB526876181}" dt="2026-03-30T01:06:46.565" v="559"/>
      <pc:docMkLst>
        <pc:docMk/>
      </pc:docMkLst>
      <pc:sldChg chg="ord">
        <pc:chgData name="Kai Pham" userId="S::tpha0428@uni.sydney.edu.au::f238cf6d-ac37-4b5c-90bc-26f58c5c1de8" providerId="AD" clId="Web-{5314FCB1-DB09-AEAC-21FD-8FB526876181}" dt="2026-03-29T23:08:52.721" v="504"/>
        <pc:sldMkLst>
          <pc:docMk/>
          <pc:sldMk cId="109857222" sldId="256"/>
        </pc:sldMkLst>
      </pc:sldChg>
      <pc:sldChg chg="addSp delSp modSp">
        <pc:chgData name="Kai Pham" userId="S::tpha0428@uni.sydney.edu.au::f238cf6d-ac37-4b5c-90bc-26f58c5c1de8" providerId="AD" clId="Web-{5314FCB1-DB09-AEAC-21FD-8FB526876181}" dt="2026-03-29T22:12:08.870" v="1"/>
        <pc:sldMkLst>
          <pc:docMk/>
          <pc:sldMk cId="1788003062" sldId="257"/>
        </pc:sldMkLst>
        <pc:picChg chg="add mod">
          <ac:chgData name="Kai Pham" userId="S::tpha0428@uni.sydney.edu.au::f238cf6d-ac37-4b5c-90bc-26f58c5c1de8" providerId="AD" clId="Web-{5314FCB1-DB09-AEAC-21FD-8FB526876181}" dt="2026-03-29T22:12:08.870" v="1"/>
          <ac:picMkLst>
            <pc:docMk/>
            <pc:sldMk cId="1788003062" sldId="257"/>
            <ac:picMk id="2" creationId="{2B65937C-D565-3C4E-87D2-FAD272A4F6DF}"/>
          </ac:picMkLst>
        </pc:picChg>
        <pc:picChg chg="del">
          <ac:chgData name="Kai Pham" userId="S::tpha0428@uni.sydney.edu.au::f238cf6d-ac37-4b5c-90bc-26f58c5c1de8" providerId="AD" clId="Web-{5314FCB1-DB09-AEAC-21FD-8FB526876181}" dt="2026-03-29T22:12:07.635" v="0"/>
          <ac:picMkLst>
            <pc:docMk/>
            <pc:sldMk cId="1788003062" sldId="257"/>
            <ac:picMk id="5" creationId="{16B2050F-6330-D5F4-8B8E-7497E681A460}"/>
          </ac:picMkLst>
        </pc:picChg>
      </pc:sldChg>
      <pc:sldChg chg="addSp delSp modSp ord">
        <pc:chgData name="Kai Pham" userId="S::tpha0428@uni.sydney.edu.au::f238cf6d-ac37-4b5c-90bc-26f58c5c1de8" providerId="AD" clId="Web-{5314FCB1-DB09-AEAC-21FD-8FB526876181}" dt="2026-03-29T22:50:43.239" v="312"/>
        <pc:sldMkLst>
          <pc:docMk/>
          <pc:sldMk cId="2969370751" sldId="258"/>
        </pc:sldMkLst>
        <pc:spChg chg="add mod">
          <ac:chgData name="Kai Pham" userId="S::tpha0428@uni.sydney.edu.au::f238cf6d-ac37-4b5c-90bc-26f58c5c1de8" providerId="AD" clId="Web-{5314FCB1-DB09-AEAC-21FD-8FB526876181}" dt="2026-03-29T22:50:24.676" v="311" actId="1076"/>
          <ac:spMkLst>
            <pc:docMk/>
            <pc:sldMk cId="2969370751" sldId="258"/>
            <ac:spMk id="3" creationId="{D11C729E-9BD1-4AC6-C235-9ED687C9E23A}"/>
          </ac:spMkLst>
        </pc:spChg>
        <pc:spChg chg="add mod">
          <ac:chgData name="Kai Pham" userId="S::tpha0428@uni.sydney.edu.au::f238cf6d-ac37-4b5c-90bc-26f58c5c1de8" providerId="AD" clId="Web-{5314FCB1-DB09-AEAC-21FD-8FB526876181}" dt="2026-03-29T22:49:44.798" v="301" actId="14100"/>
          <ac:spMkLst>
            <pc:docMk/>
            <pc:sldMk cId="2969370751" sldId="258"/>
            <ac:spMk id="4" creationId="{A7474F57-73FA-0144-0A8F-AA815751A6A8}"/>
          </ac:spMkLst>
        </pc:spChg>
        <pc:picChg chg="add mod">
          <ac:chgData name="Kai Pham" userId="S::tpha0428@uni.sydney.edu.au::f238cf6d-ac37-4b5c-90bc-26f58c5c1de8" providerId="AD" clId="Web-{5314FCB1-DB09-AEAC-21FD-8FB526876181}" dt="2026-03-29T22:49:52.096" v="304" actId="1076"/>
          <ac:picMkLst>
            <pc:docMk/>
            <pc:sldMk cId="2969370751" sldId="258"/>
            <ac:picMk id="2" creationId="{5351F281-CBCB-15FE-19DF-BE33DF9962A4}"/>
          </ac:picMkLst>
        </pc:picChg>
        <pc:picChg chg="add del mod">
          <ac:chgData name="Kai Pham" userId="S::tpha0428@uni.sydney.edu.au::f238cf6d-ac37-4b5c-90bc-26f58c5c1de8" providerId="AD" clId="Web-{5314FCB1-DB09-AEAC-21FD-8FB526876181}" dt="2026-03-29T22:44:10.482" v="203"/>
          <ac:picMkLst>
            <pc:docMk/>
            <pc:sldMk cId="2969370751" sldId="258"/>
            <ac:picMk id="5" creationId="{1F5D130A-3430-12B0-96FC-4B4481A0BC98}"/>
          </ac:picMkLst>
        </pc:picChg>
        <pc:picChg chg="add mod">
          <ac:chgData name="Kai Pham" userId="S::tpha0428@uni.sydney.edu.au::f238cf6d-ac37-4b5c-90bc-26f58c5c1de8" providerId="AD" clId="Web-{5314FCB1-DB09-AEAC-21FD-8FB526876181}" dt="2026-03-29T22:49:46.970" v="303" actId="1076"/>
          <ac:picMkLst>
            <pc:docMk/>
            <pc:sldMk cId="2969370751" sldId="258"/>
            <ac:picMk id="6" creationId="{42DBB927-F091-6780-589F-E062DE6483C1}"/>
          </ac:picMkLst>
        </pc:picChg>
        <pc:picChg chg="add mod">
          <ac:chgData name="Kai Pham" userId="S::tpha0428@uni.sydney.edu.au::f238cf6d-ac37-4b5c-90bc-26f58c5c1de8" providerId="AD" clId="Web-{5314FCB1-DB09-AEAC-21FD-8FB526876181}" dt="2026-03-29T22:49:26.047" v="292" actId="1076"/>
          <ac:picMkLst>
            <pc:docMk/>
            <pc:sldMk cId="2969370751" sldId="258"/>
            <ac:picMk id="7" creationId="{7DA65207-246C-8D15-4DAF-20C30DAB5477}"/>
          </ac:picMkLst>
        </pc:picChg>
      </pc:sldChg>
      <pc:sldChg chg="addSp delSp modSp">
        <pc:chgData name="Kai Pham" userId="S::tpha0428@uni.sydney.edu.au::f238cf6d-ac37-4b5c-90bc-26f58c5c1de8" providerId="AD" clId="Web-{5314FCB1-DB09-AEAC-21FD-8FB526876181}" dt="2026-03-29T22:38:38.131" v="188" actId="20577"/>
        <pc:sldMkLst>
          <pc:docMk/>
          <pc:sldMk cId="665306278" sldId="261"/>
        </pc:sldMkLst>
        <pc:spChg chg="add mod">
          <ac:chgData name="Kai Pham" userId="S::tpha0428@uni.sydney.edu.au::f238cf6d-ac37-4b5c-90bc-26f58c5c1de8" providerId="AD" clId="Web-{5314FCB1-DB09-AEAC-21FD-8FB526876181}" dt="2026-03-29T22:38:38.131" v="188" actId="20577"/>
          <ac:spMkLst>
            <pc:docMk/>
            <pc:sldMk cId="665306278" sldId="261"/>
            <ac:spMk id="5" creationId="{5AE68A3C-F031-4CE1-A096-636B8F23B8A4}"/>
          </ac:spMkLst>
        </pc:spChg>
        <pc:spChg chg="add del mod">
          <ac:chgData name="Kai Pham" userId="S::tpha0428@uni.sydney.edu.au::f238cf6d-ac37-4b5c-90bc-26f58c5c1de8" providerId="AD" clId="Web-{5314FCB1-DB09-AEAC-21FD-8FB526876181}" dt="2026-03-29T22:29:41.131" v="50"/>
          <ac:spMkLst>
            <pc:docMk/>
            <pc:sldMk cId="665306278" sldId="261"/>
            <ac:spMk id="6" creationId="{85582892-5BA8-162E-9716-4E65BED2C335}"/>
          </ac:spMkLst>
        </pc:spChg>
        <pc:spChg chg="add mod">
          <ac:chgData name="Kai Pham" userId="S::tpha0428@uni.sydney.edu.au::f238cf6d-ac37-4b5c-90bc-26f58c5c1de8" providerId="AD" clId="Web-{5314FCB1-DB09-AEAC-21FD-8FB526876181}" dt="2026-03-29T22:30:27.793" v="90" actId="1076"/>
          <ac:spMkLst>
            <pc:docMk/>
            <pc:sldMk cId="665306278" sldId="261"/>
            <ac:spMk id="7" creationId="{65456167-AB88-C298-BC9E-7B19B178B210}"/>
          </ac:spMkLst>
        </pc:spChg>
        <pc:grpChg chg="add mod">
          <ac:chgData name="Kai Pham" userId="S::tpha0428@uni.sydney.edu.au::f238cf6d-ac37-4b5c-90bc-26f58c5c1de8" providerId="AD" clId="Web-{5314FCB1-DB09-AEAC-21FD-8FB526876181}" dt="2026-03-29T22:30:11.463" v="82" actId="1076"/>
          <ac:grpSpMkLst>
            <pc:docMk/>
            <pc:sldMk cId="665306278" sldId="261"/>
            <ac:grpSpMk id="4" creationId="{C9FA1320-966A-7532-49F2-A2DB38BBBF88}"/>
          </ac:grpSpMkLst>
        </pc:grpChg>
        <pc:picChg chg="add mod">
          <ac:chgData name="Kai Pham" userId="S::tpha0428@uni.sydney.edu.au::f238cf6d-ac37-4b5c-90bc-26f58c5c1de8" providerId="AD" clId="Web-{5314FCB1-DB09-AEAC-21FD-8FB526876181}" dt="2026-03-29T22:17:31.113" v="3" actId="1076"/>
          <ac:picMkLst>
            <pc:docMk/>
            <pc:sldMk cId="665306278" sldId="261"/>
            <ac:picMk id="2" creationId="{A08382CC-417E-84F1-E518-A03603B63E1B}"/>
          </ac:picMkLst>
        </pc:picChg>
        <pc:picChg chg="add mod">
          <ac:chgData name="Kai Pham" userId="S::tpha0428@uni.sydney.edu.au::f238cf6d-ac37-4b5c-90bc-26f58c5c1de8" providerId="AD" clId="Web-{5314FCB1-DB09-AEAC-21FD-8FB526876181}" dt="2026-03-29T22:25:25.095" v="8" actId="1076"/>
          <ac:picMkLst>
            <pc:docMk/>
            <pc:sldMk cId="665306278" sldId="261"/>
            <ac:picMk id="3" creationId="{57C4BB05-CFBF-F35F-F6A5-74D4AD6ADB7A}"/>
          </ac:picMkLst>
        </pc:picChg>
        <pc:picChg chg="add mod">
          <ac:chgData name="Kai Pham" userId="S::tpha0428@uni.sydney.edu.au::f238cf6d-ac37-4b5c-90bc-26f58c5c1de8" providerId="AD" clId="Web-{5314FCB1-DB09-AEAC-21FD-8FB526876181}" dt="2026-03-29T22:38:00.584" v="95" actId="1076"/>
          <ac:picMkLst>
            <pc:docMk/>
            <pc:sldMk cId="665306278" sldId="261"/>
            <ac:picMk id="8" creationId="{99E79C21-17CF-11A2-DAB5-86D3DF2CA9E0}"/>
          </ac:picMkLst>
        </pc:picChg>
      </pc:sldChg>
      <pc:sldChg chg="delSp">
        <pc:chgData name="Kai Pham" userId="S::tpha0428@uni.sydney.edu.au::f238cf6d-ac37-4b5c-90bc-26f58c5c1de8" providerId="AD" clId="Web-{5314FCB1-DB09-AEAC-21FD-8FB526876181}" dt="2026-03-29T23:03:08.853" v="500"/>
        <pc:sldMkLst>
          <pc:docMk/>
          <pc:sldMk cId="2133337695" sldId="263"/>
        </pc:sldMkLst>
        <pc:spChg chg="del">
          <ac:chgData name="Kai Pham" userId="S::tpha0428@uni.sydney.edu.au::f238cf6d-ac37-4b5c-90bc-26f58c5c1de8" providerId="AD" clId="Web-{5314FCB1-DB09-AEAC-21FD-8FB526876181}" dt="2026-03-29T23:03:08.853" v="500"/>
          <ac:spMkLst>
            <pc:docMk/>
            <pc:sldMk cId="2133337695" sldId="263"/>
            <ac:spMk id="2" creationId="{D78207BE-70B2-D518-D1D3-F00C6B8BE8BD}"/>
          </ac:spMkLst>
        </pc:spChg>
      </pc:sldChg>
      <pc:sldChg chg="addSp delSp modSp new ord">
        <pc:chgData name="Kai Pham" userId="S::tpha0428@uni.sydney.edu.au::f238cf6d-ac37-4b5c-90bc-26f58c5c1de8" providerId="AD" clId="Web-{5314FCB1-DB09-AEAC-21FD-8FB526876181}" dt="2026-03-29T22:58:32.114" v="398"/>
        <pc:sldMkLst>
          <pc:docMk/>
          <pc:sldMk cId="2802571285" sldId="264"/>
        </pc:sldMkLst>
        <pc:spChg chg="del">
          <ac:chgData name="Kai Pham" userId="S::tpha0428@uni.sydney.edu.au::f238cf6d-ac37-4b5c-90bc-26f58c5c1de8" providerId="AD" clId="Web-{5314FCB1-DB09-AEAC-21FD-8FB526876181}" dt="2026-03-29T22:52:17.291" v="315"/>
          <ac:spMkLst>
            <pc:docMk/>
            <pc:sldMk cId="2802571285" sldId="264"/>
            <ac:spMk id="2" creationId="{8E8EBF25-C5AE-E0CE-53B0-F5FCD3DC68A8}"/>
          </ac:spMkLst>
        </pc:spChg>
        <pc:spChg chg="del">
          <ac:chgData name="Kai Pham" userId="S::tpha0428@uni.sydney.edu.au::f238cf6d-ac37-4b5c-90bc-26f58c5c1de8" providerId="AD" clId="Web-{5314FCB1-DB09-AEAC-21FD-8FB526876181}" dt="2026-03-29T22:52:17.291" v="314"/>
          <ac:spMkLst>
            <pc:docMk/>
            <pc:sldMk cId="2802571285" sldId="264"/>
            <ac:spMk id="3" creationId="{D9AE9A19-0F8D-A4A0-CCFB-BF3CC2B4E1F6}"/>
          </ac:spMkLst>
        </pc:spChg>
        <pc:spChg chg="add mod">
          <ac:chgData name="Kai Pham" userId="S::tpha0428@uni.sydney.edu.au::f238cf6d-ac37-4b5c-90bc-26f58c5c1de8" providerId="AD" clId="Web-{5314FCB1-DB09-AEAC-21FD-8FB526876181}" dt="2026-03-29T22:55:19.750" v="382" actId="20577"/>
          <ac:spMkLst>
            <pc:docMk/>
            <pc:sldMk cId="2802571285" sldId="264"/>
            <ac:spMk id="6" creationId="{C4431BD5-89DF-9DDB-07F8-A72E2891A026}"/>
          </ac:spMkLst>
        </pc:spChg>
        <pc:picChg chg="add mod">
          <ac:chgData name="Kai Pham" userId="S::tpha0428@uni.sydney.edu.au::f238cf6d-ac37-4b5c-90bc-26f58c5c1de8" providerId="AD" clId="Web-{5314FCB1-DB09-AEAC-21FD-8FB526876181}" dt="2026-03-29T22:53:26.653" v="326" actId="1076"/>
          <ac:picMkLst>
            <pc:docMk/>
            <pc:sldMk cId="2802571285" sldId="264"/>
            <ac:picMk id="4" creationId="{E8F72293-C609-1BE0-518D-86A511567109}"/>
          </ac:picMkLst>
        </pc:picChg>
        <pc:picChg chg="add mod">
          <ac:chgData name="Kai Pham" userId="S::tpha0428@uni.sydney.edu.au::f238cf6d-ac37-4b5c-90bc-26f58c5c1de8" providerId="AD" clId="Web-{5314FCB1-DB09-AEAC-21FD-8FB526876181}" dt="2026-03-29T22:53:26.028" v="325" actId="1076"/>
          <ac:picMkLst>
            <pc:docMk/>
            <pc:sldMk cId="2802571285" sldId="264"/>
            <ac:picMk id="5" creationId="{75164B4C-9451-1E87-12D2-BBEB41D62A5B}"/>
          </ac:picMkLst>
        </pc:picChg>
      </pc:sldChg>
      <pc:sldChg chg="addSp delSp modSp new ord">
        <pc:chgData name="Kai Pham" userId="S::tpha0428@uni.sydney.edu.au::f238cf6d-ac37-4b5c-90bc-26f58c5c1de8" providerId="AD" clId="Web-{5314FCB1-DB09-AEAC-21FD-8FB526876181}" dt="2026-03-29T22:59:23.099" v="499" actId="20577"/>
        <pc:sldMkLst>
          <pc:docMk/>
          <pc:sldMk cId="637969985" sldId="265"/>
        </pc:sldMkLst>
        <pc:spChg chg="del">
          <ac:chgData name="Kai Pham" userId="S::tpha0428@uni.sydney.edu.au::f238cf6d-ac37-4b5c-90bc-26f58c5c1de8" providerId="AD" clId="Web-{5314FCB1-DB09-AEAC-21FD-8FB526876181}" dt="2026-03-29T22:55:55.548" v="385"/>
          <ac:spMkLst>
            <pc:docMk/>
            <pc:sldMk cId="637969985" sldId="265"/>
            <ac:spMk id="2" creationId="{877526A3-53CC-2D80-F163-5DA3ECB5ECEB}"/>
          </ac:spMkLst>
        </pc:spChg>
        <pc:spChg chg="del">
          <ac:chgData name="Kai Pham" userId="S::tpha0428@uni.sydney.edu.au::f238cf6d-ac37-4b5c-90bc-26f58c5c1de8" providerId="AD" clId="Web-{5314FCB1-DB09-AEAC-21FD-8FB526876181}" dt="2026-03-29T22:55:55.548" v="384"/>
          <ac:spMkLst>
            <pc:docMk/>
            <pc:sldMk cId="637969985" sldId="265"/>
            <ac:spMk id="3" creationId="{0CBE8037-574E-CB4E-19A3-34577E6698A1}"/>
          </ac:spMkLst>
        </pc:spChg>
        <pc:spChg chg="add mod">
          <ac:chgData name="Kai Pham" userId="S::tpha0428@uni.sydney.edu.au::f238cf6d-ac37-4b5c-90bc-26f58c5c1de8" providerId="AD" clId="Web-{5314FCB1-DB09-AEAC-21FD-8FB526876181}" dt="2026-03-29T22:59:23.099" v="499" actId="20577"/>
          <ac:spMkLst>
            <pc:docMk/>
            <pc:sldMk cId="637969985" sldId="265"/>
            <ac:spMk id="6" creationId="{10624DD8-75E8-5562-8510-2C33F9D825E8}"/>
          </ac:spMkLst>
        </pc:spChg>
        <pc:picChg chg="add mod">
          <ac:chgData name="Kai Pham" userId="S::tpha0428@uni.sydney.edu.au::f238cf6d-ac37-4b5c-90bc-26f58c5c1de8" providerId="AD" clId="Web-{5314FCB1-DB09-AEAC-21FD-8FB526876181}" dt="2026-03-29T22:57:27.628" v="387" actId="1076"/>
          <ac:picMkLst>
            <pc:docMk/>
            <pc:sldMk cId="637969985" sldId="265"/>
            <ac:picMk id="4" creationId="{C4F140D7-636F-54E6-4D77-A57F48C69271}"/>
          </ac:picMkLst>
        </pc:picChg>
        <pc:picChg chg="add mod">
          <ac:chgData name="Kai Pham" userId="S::tpha0428@uni.sydney.edu.au::f238cf6d-ac37-4b5c-90bc-26f58c5c1de8" providerId="AD" clId="Web-{5314FCB1-DB09-AEAC-21FD-8FB526876181}" dt="2026-03-29T22:57:51.519" v="389" actId="1076"/>
          <ac:picMkLst>
            <pc:docMk/>
            <pc:sldMk cId="637969985" sldId="265"/>
            <ac:picMk id="5" creationId="{BF0A8634-247F-A0DF-CE0D-7629A05CDE20}"/>
          </ac:picMkLst>
        </pc:picChg>
      </pc:sldChg>
      <pc:sldChg chg="addSp delSp modSp new modNotes">
        <pc:chgData name="Kai Pham" userId="S::tpha0428@uni.sydney.edu.au::f238cf6d-ac37-4b5c-90bc-26f58c5c1de8" providerId="AD" clId="Web-{5314FCB1-DB09-AEAC-21FD-8FB526876181}" dt="2026-03-30T01:06:24.128" v="534"/>
        <pc:sldMkLst>
          <pc:docMk/>
          <pc:sldMk cId="1660313547" sldId="266"/>
        </pc:sldMkLst>
        <pc:spChg chg="del">
          <ac:chgData name="Kai Pham" userId="S::tpha0428@uni.sydney.edu.au::f238cf6d-ac37-4b5c-90bc-26f58c5c1de8" providerId="AD" clId="Web-{5314FCB1-DB09-AEAC-21FD-8FB526876181}" dt="2026-03-29T23:08:41.643" v="503"/>
          <ac:spMkLst>
            <pc:docMk/>
            <pc:sldMk cId="1660313547" sldId="266"/>
            <ac:spMk id="2" creationId="{5FB36E03-693C-DCF4-2F9D-1E009B7303FA}"/>
          </ac:spMkLst>
        </pc:spChg>
        <pc:spChg chg="del">
          <ac:chgData name="Kai Pham" userId="S::tpha0428@uni.sydney.edu.au::f238cf6d-ac37-4b5c-90bc-26f58c5c1de8" providerId="AD" clId="Web-{5314FCB1-DB09-AEAC-21FD-8FB526876181}" dt="2026-03-29T23:08:38.721" v="502"/>
          <ac:spMkLst>
            <pc:docMk/>
            <pc:sldMk cId="1660313547" sldId="266"/>
            <ac:spMk id="3" creationId="{8D8E324C-226B-E4D6-AB23-DEA689383DAE}"/>
          </ac:spMkLst>
        </pc:spChg>
        <pc:picChg chg="add mod ord">
          <ac:chgData name="Kai Pham" userId="S::tpha0428@uni.sydney.edu.au::f238cf6d-ac37-4b5c-90bc-26f58c5c1de8" providerId="AD" clId="Web-{5314FCB1-DB09-AEAC-21FD-8FB526876181}" dt="2026-03-29T23:18:26.768" v="527" actId="1076"/>
          <ac:picMkLst>
            <pc:docMk/>
            <pc:sldMk cId="1660313547" sldId="266"/>
            <ac:picMk id="4" creationId="{9352F771-D2FF-0A00-1957-5F6B54669A6B}"/>
          </ac:picMkLst>
        </pc:picChg>
        <pc:picChg chg="add del mod ord">
          <ac:chgData name="Kai Pham" userId="S::tpha0428@uni.sydney.edu.au::f238cf6d-ac37-4b5c-90bc-26f58c5c1de8" providerId="AD" clId="Web-{5314FCB1-DB09-AEAC-21FD-8FB526876181}" dt="2026-03-29T23:18:15.939" v="519"/>
          <ac:picMkLst>
            <pc:docMk/>
            <pc:sldMk cId="1660313547" sldId="266"/>
            <ac:picMk id="5" creationId="{8E2EED06-82D6-B21A-FC64-005A21250547}"/>
          </ac:picMkLst>
        </pc:picChg>
        <pc:picChg chg="add mod">
          <ac:chgData name="Kai Pham" userId="S::tpha0428@uni.sydney.edu.au::f238cf6d-ac37-4b5c-90bc-26f58c5c1de8" providerId="AD" clId="Web-{5314FCB1-DB09-AEAC-21FD-8FB526876181}" dt="2026-03-29T23:19:10.331" v="530" actId="1076"/>
          <ac:picMkLst>
            <pc:docMk/>
            <pc:sldMk cId="1660313547" sldId="266"/>
            <ac:picMk id="6" creationId="{A28251FC-97C5-945F-E3FC-624E3A439AE5}"/>
          </ac:picMkLst>
        </pc:picChg>
      </pc:sldChg>
      <pc:sldChg chg="addSp delSp modSp new modNotes">
        <pc:chgData name="Kai Pham" userId="S::tpha0428@uni.sydney.edu.au::f238cf6d-ac37-4b5c-90bc-26f58c5c1de8" providerId="AD" clId="Web-{5314FCB1-DB09-AEAC-21FD-8FB526876181}" dt="2026-03-30T01:06:46.565" v="559"/>
        <pc:sldMkLst>
          <pc:docMk/>
          <pc:sldMk cId="3113481380" sldId="267"/>
        </pc:sldMkLst>
        <pc:spChg chg="del">
          <ac:chgData name="Kai Pham" userId="S::tpha0428@uni.sydney.edu.au::f238cf6d-ac37-4b5c-90bc-26f58c5c1de8" providerId="AD" clId="Web-{5314FCB1-DB09-AEAC-21FD-8FB526876181}" dt="2026-03-29T23:18:20.236" v="522"/>
          <ac:spMkLst>
            <pc:docMk/>
            <pc:sldMk cId="3113481380" sldId="267"/>
            <ac:spMk id="2" creationId="{CE2F6E11-8DFE-311E-FCDC-F1F2B11528F3}"/>
          </ac:spMkLst>
        </pc:spChg>
        <pc:spChg chg="del">
          <ac:chgData name="Kai Pham" userId="S::tpha0428@uni.sydney.edu.au::f238cf6d-ac37-4b5c-90bc-26f58c5c1de8" providerId="AD" clId="Web-{5314FCB1-DB09-AEAC-21FD-8FB526876181}" dt="2026-03-29T23:18:20.236" v="521"/>
          <ac:spMkLst>
            <pc:docMk/>
            <pc:sldMk cId="3113481380" sldId="267"/>
            <ac:spMk id="3" creationId="{118DC516-3875-C781-F7F7-1A3CAEFBA3A9}"/>
          </ac:spMkLst>
        </pc:spChg>
        <pc:picChg chg="add mod">
          <ac:chgData name="Kai Pham" userId="S::tpha0428@uni.sydney.edu.au::f238cf6d-ac37-4b5c-90bc-26f58c5c1de8" providerId="AD" clId="Web-{5314FCB1-DB09-AEAC-21FD-8FB526876181}" dt="2026-03-29T23:20:52.365" v="532" actId="1076"/>
          <ac:picMkLst>
            <pc:docMk/>
            <pc:sldMk cId="3113481380" sldId="267"/>
            <ac:picMk id="4" creationId="{6B07CE70-9A3F-8278-0429-2D5F982520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67934-5AE0-4B51-AACD-4DC960FE2A23}" type="datetimeFigureOut">
              <a:t>29/03/2026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EFD68-C24A-4E8B-8F17-0AC869CEC0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7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EFD68-C24A-4E8B-8F17-0AC869CEC0D9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299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Azure Static Web Apps</a:t>
            </a:r>
          </a:p>
          <a:p>
            <a:r>
              <a:rPr lang="en-US">
                <a:ea typeface="Calibri"/>
                <a:cs typeface="Calibri"/>
              </a:rPr>
              <a:t>Azure App Service</a:t>
            </a:r>
          </a:p>
          <a:p>
            <a:r>
              <a:rPr lang="en-US" dirty="0" err="1">
                <a:ea typeface="Calibri"/>
                <a:cs typeface="Calibri"/>
              </a:rPr>
              <a:t>Auzre</a:t>
            </a:r>
            <a:r>
              <a:rPr lang="en-US">
                <a:ea typeface="Calibri"/>
                <a:cs typeface="Calibri"/>
              </a:rPr>
              <a:t> PostgreSql Flexible Server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Azure Blob Storage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EFD68-C24A-4E8B-8F17-0AC869CEC0D9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724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FDBC-EA68-7939-2304-407E2EB9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Content Placeholder 6" descr="A person pouring liquid into a test tube&#10;&#10;AI-generated content may be incorrect.">
            <a:extLst>
              <a:ext uri="{FF2B5EF4-FFF2-40B4-BE49-F238E27FC236}">
                <a16:creationId xmlns:a16="http://schemas.microsoft.com/office/drawing/2014/main" id="{5C2CEDD2-6698-CE2F-7E44-E6E32A3DA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320" y="4743"/>
            <a:ext cx="12198639" cy="685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7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52F771-D2FF-0A00-1957-5F6B54669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21" y="1073696"/>
            <a:ext cx="7384594" cy="4536702"/>
          </a:xfrm>
          <a:prstGeom prst="rect">
            <a:avLst/>
          </a:prstGeom>
        </p:spPr>
      </p:pic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A28251FC-97C5-945F-E3FC-624E3A439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890" y="1044596"/>
            <a:ext cx="3847464" cy="459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1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6B07CE70-9A3F-8278-0429-2D5F98252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320" y="1316124"/>
            <a:ext cx="78867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81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C19E4C-3F63-72AC-60B7-B212D35B3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0"/>
            <a:ext cx="1137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65937C-D565-3C4E-87D2-FAD272A4F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0"/>
            <a:ext cx="9944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0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B4ACD-A9C3-EF7C-8380-EDEE5E17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651430-006C-97ED-4AF1-07003C619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547" y="567851"/>
            <a:ext cx="3838575" cy="4448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BFA202-E572-5614-66D2-29152F29A969}"/>
              </a:ext>
            </a:extLst>
          </p:cNvPr>
          <p:cNvSpPr txBox="1"/>
          <p:nvPr/>
        </p:nvSpPr>
        <p:spPr>
          <a:xfrm>
            <a:off x="5220450" y="-2755"/>
            <a:ext cx="27432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/>
              <a:t>Delete vestigial link support for </a:t>
            </a:r>
            <a:r>
              <a:rPr lang="en-GB" err="1"/>
              <a:t>humanatix</a:t>
            </a:r>
            <a:endParaRPr lang="en-GB"/>
          </a:p>
          <a:p>
            <a:pPr marL="285750" indent="-285750">
              <a:buFont typeface="Arial"/>
              <a:buChar char="•"/>
            </a:pP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/>
              <a:t>Add support for google maps location link </a:t>
            </a:r>
          </a:p>
          <a:p>
            <a:pPr marL="285750" indent="-285750">
              <a:buFont typeface="Arial"/>
              <a:buChar char="•"/>
            </a:pP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/>
              <a:t>Add capacity field 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EB56A1-9922-1E33-328D-C5720E2AE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29" y="1608056"/>
            <a:ext cx="3895725" cy="2790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FD603F-02D3-C85E-A7E4-EAFC0A1C0044}"/>
              </a:ext>
            </a:extLst>
          </p:cNvPr>
          <p:cNvSpPr txBox="1"/>
          <p:nvPr/>
        </p:nvSpPr>
        <p:spPr>
          <a:xfrm>
            <a:off x="3810000" y="4878371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RSVP status to be updated to be able to handle multiple </a:t>
            </a:r>
          </a:p>
          <a:p>
            <a:endParaRPr lang="en-GB"/>
          </a:p>
          <a:p>
            <a:r>
              <a:rPr lang="en-GB"/>
              <a:t>RSVP time to be added</a:t>
            </a:r>
          </a:p>
        </p:txBody>
      </p:sp>
    </p:spTree>
    <p:extLst>
      <p:ext uri="{BB962C8B-B14F-4D97-AF65-F5344CB8AC3E}">
        <p14:creationId xmlns:p14="http://schemas.microsoft.com/office/powerpoint/2010/main" val="228651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D583AE-605F-4256-224F-70BA38F8F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8131" y="277140"/>
            <a:ext cx="413598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C5A3DE-9308-797A-6BDC-5A1BC03E9F98}"/>
              </a:ext>
            </a:extLst>
          </p:cNvPr>
          <p:cNvSpPr txBox="1"/>
          <p:nvPr/>
        </p:nvSpPr>
        <p:spPr>
          <a:xfrm>
            <a:off x="3612077" y="1256805"/>
            <a:ext cx="27432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Right now tracks does not do anything we propose having country state and city tables mapping to countries and use that to assign RBAC</a:t>
            </a:r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C08730-E9BA-A088-8ED6-EC7FF61C5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16" y="2909763"/>
            <a:ext cx="2872468" cy="2453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30FFC5-CC8C-17EE-C018-03B10F09DF7C}"/>
              </a:ext>
            </a:extLst>
          </p:cNvPr>
          <p:cNvSpPr txBox="1"/>
          <p:nvPr/>
        </p:nvSpPr>
        <p:spPr>
          <a:xfrm>
            <a:off x="4205844" y="571005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What is relationship type</a:t>
            </a:r>
          </a:p>
        </p:txBody>
      </p:sp>
    </p:spTree>
    <p:extLst>
      <p:ext uri="{BB962C8B-B14F-4D97-AF65-F5344CB8AC3E}">
        <p14:creationId xmlns:p14="http://schemas.microsoft.com/office/powerpoint/2010/main" val="2133337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6E0D-3C1E-41BC-B4EC-0FF9C922C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1E96AA-1D0B-6E18-9B91-5FCEAD649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9994" y="1024670"/>
            <a:ext cx="6743700" cy="4171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CC5983-A9F8-6CDE-C744-724B4B436C9D}"/>
              </a:ext>
            </a:extLst>
          </p:cNvPr>
          <p:cNvSpPr txBox="1"/>
          <p:nvPr/>
        </p:nvSpPr>
        <p:spPr>
          <a:xfrm>
            <a:off x="1209773" y="1783237"/>
            <a:ext cx="274320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Messages currently limited to 255 </a:t>
            </a:r>
            <a:r>
              <a:rPr lang="en-GB" err="1"/>
              <a:t>charecters</a:t>
            </a:r>
            <a:r>
              <a:rPr lang="en-GB"/>
              <a:t> to be changed to text</a:t>
            </a:r>
          </a:p>
          <a:p>
            <a:endParaRPr lang="en-GB"/>
          </a:p>
          <a:p>
            <a:r>
              <a:rPr lang="en-GB"/>
              <a:t>No column to track message status – additional message tracking table required.</a:t>
            </a:r>
          </a:p>
          <a:p>
            <a:endParaRPr lang="en-GB"/>
          </a:p>
          <a:p>
            <a:r>
              <a:rPr lang="en-GB"/>
              <a:t>Message type to track </a:t>
            </a:r>
            <a:r>
              <a:rPr lang="en-GB" err="1"/>
              <a:t>presensce</a:t>
            </a:r>
            <a:r>
              <a:rPr lang="en-GB"/>
              <a:t> of attachment</a:t>
            </a:r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0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1881-5AB0-8F1B-8A20-927998166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51F281-CBCB-15FE-19DF-BE33DF996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998" y="-1844"/>
            <a:ext cx="3333750" cy="2705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1C729E-9BD1-4AC6-C235-9ED687C9E23A}"/>
              </a:ext>
            </a:extLst>
          </p:cNvPr>
          <p:cNvSpPr txBox="1"/>
          <p:nvPr/>
        </p:nvSpPr>
        <p:spPr>
          <a:xfrm>
            <a:off x="7649307" y="749440"/>
            <a:ext cx="427892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Current schema has `</a:t>
            </a:r>
            <a:r>
              <a:rPr lang="en-US" err="1">
                <a:ea typeface="+mn-lt"/>
                <a:cs typeface="+mn-lt"/>
              </a:rPr>
              <a:t>admin_profile</a:t>
            </a:r>
            <a:r>
              <a:rPr lang="en-US">
                <a:ea typeface="+mn-lt"/>
                <a:cs typeface="+mn-lt"/>
              </a:rPr>
              <a:t>`, but no local/global scope model -&gt; introduce `</a:t>
            </a:r>
            <a:r>
              <a:rPr lang="en-US" err="1">
                <a:ea typeface="+mn-lt"/>
                <a:cs typeface="+mn-lt"/>
              </a:rPr>
              <a:t>admin_scope</a:t>
            </a:r>
            <a:r>
              <a:rPr lang="en-US">
                <a:ea typeface="+mn-lt"/>
                <a:cs typeface="+mn-lt"/>
              </a:rPr>
              <a:t>`, separate local vs global admin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74F57-73FA-0144-0A8F-AA815751A6A8}"/>
              </a:ext>
            </a:extLst>
          </p:cNvPr>
          <p:cNvSpPr txBox="1"/>
          <p:nvPr/>
        </p:nvSpPr>
        <p:spPr>
          <a:xfrm>
            <a:off x="221901" y="3596473"/>
            <a:ext cx="306474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Current schema stores interest in both `student_profile.interest_id` and `student_interest` </a:t>
            </a:r>
          </a:p>
          <a:p>
            <a:pPr algn="ctr"/>
            <a:endParaRPr lang="en-GB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2DBB927-F091-6780-589F-E062DE648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971" y="3064747"/>
            <a:ext cx="3530123" cy="3332704"/>
          </a:xfrm>
          <a:prstGeom prst="rect">
            <a:avLst/>
          </a:prstGeom>
        </p:spPr>
      </p:pic>
      <p:pic>
        <p:nvPicPr>
          <p:cNvPr id="7" name="Picture 6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7DA65207-246C-8D15-4DAF-20C30DAB5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9" y="837"/>
            <a:ext cx="41529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70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E0281-67A9-4995-7F91-19670EA9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759397-C72E-8CA2-8FC4-27FC84DB169B}"/>
              </a:ext>
            </a:extLst>
          </p:cNvPr>
          <p:cNvSpPr txBox="1"/>
          <p:nvPr/>
        </p:nvSpPr>
        <p:spPr>
          <a:xfrm>
            <a:off x="422880" y="298209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Tables to be deleted/Altered</a:t>
            </a:r>
          </a:p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7636C-0B01-B9F4-E559-56948F851E8D}"/>
              </a:ext>
            </a:extLst>
          </p:cNvPr>
          <p:cNvSpPr txBox="1"/>
          <p:nvPr/>
        </p:nvSpPr>
        <p:spPr>
          <a:xfrm>
            <a:off x="321062" y="1135092"/>
            <a:ext cx="456408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Background table linked to mentor profile</a:t>
            </a:r>
            <a:br>
              <a:rPr lang="en-GB"/>
            </a:br>
            <a:br>
              <a:rPr lang="en-GB"/>
            </a:br>
            <a:r>
              <a:rPr lang="en-GB"/>
              <a:t>Student interest to be converted to </a:t>
            </a:r>
            <a:r>
              <a:rPr lang="en-GB" err="1"/>
              <a:t>user_interest</a:t>
            </a:r>
            <a:r>
              <a:rPr lang="en-GB"/>
              <a:t> to support mentors</a:t>
            </a:r>
            <a:endParaRPr lang="en-US"/>
          </a:p>
          <a:p>
            <a:endParaRPr lang="en-GB"/>
          </a:p>
          <a:p>
            <a:r>
              <a:rPr lang="en-GB"/>
              <a:t>Event role id to be deleted</a:t>
            </a:r>
          </a:p>
        </p:txBody>
      </p:sp>
      <p:pic>
        <p:nvPicPr>
          <p:cNvPr id="4" name="Picture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8F775E1A-B39E-E020-357E-558668B4E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771" y="1032411"/>
            <a:ext cx="6143625" cy="19431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FB82E4-96E5-45A6-B503-525875C07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117" y="3320641"/>
            <a:ext cx="4968220" cy="336684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8C9B0D-3B93-57F4-555C-FCEC62333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028" y="3201205"/>
            <a:ext cx="4196567" cy="284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93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F72293-C609-1BE0-518D-86A51156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705" y="1575977"/>
            <a:ext cx="3371850" cy="3352800"/>
          </a:xfrm>
          <a:prstGeom prst="rect">
            <a:avLst/>
          </a:prstGeom>
        </p:spPr>
      </p:pic>
      <p:pic>
        <p:nvPicPr>
          <p:cNvPr id="5" name="Picture 4" descr="A group of text on a wire&#10;&#10;AI-generated content may be incorrect.">
            <a:extLst>
              <a:ext uri="{FF2B5EF4-FFF2-40B4-BE49-F238E27FC236}">
                <a16:creationId xmlns:a16="http://schemas.microsoft.com/office/drawing/2014/main" id="{75164B4C-9451-1E87-12D2-BBEB41D62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26" y="1474251"/>
            <a:ext cx="3651293" cy="3454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431BD5-89DF-9DDB-07F8-A72E2891A026}"/>
              </a:ext>
            </a:extLst>
          </p:cNvPr>
          <p:cNvSpPr txBox="1"/>
          <p:nvPr/>
        </p:nvSpPr>
        <p:spPr>
          <a:xfrm>
            <a:off x="8345732" y="2205508"/>
            <a:ext cx="344993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The current model uses a mix of </a:t>
            </a:r>
            <a:r>
              <a:rPr lang="en-US" err="1">
                <a:latin typeface="Arial"/>
                <a:cs typeface="Arial"/>
              </a:rPr>
              <a:t>boolean</a:t>
            </a:r>
            <a:r>
              <a:rPr lang="en-US">
                <a:latin typeface="Arial"/>
                <a:cs typeface="Arial"/>
              </a:rPr>
              <a:t> and timestamp flags </a:t>
            </a:r>
          </a:p>
          <a:p>
            <a:r>
              <a:rPr lang="en-US">
                <a:latin typeface="Arial"/>
                <a:cs typeface="Arial"/>
              </a:rPr>
              <a:t>-&gt; </a:t>
            </a:r>
            <a:r>
              <a:rPr lang="en-US" err="1">
                <a:latin typeface="Arial"/>
                <a:ea typeface="+mn-lt"/>
                <a:cs typeface="Arial"/>
              </a:rPr>
              <a:t>Normalise</a:t>
            </a:r>
            <a:r>
              <a:rPr lang="en-US">
                <a:latin typeface="Arial"/>
                <a:ea typeface="+mn-lt"/>
                <a:cs typeface="Arial"/>
              </a:rPr>
              <a:t> to simpler lifecycle management, simplify delete logic</a:t>
            </a:r>
            <a:endParaRPr lang="en-US">
              <a:latin typeface="Arial"/>
              <a:cs typeface="Arial"/>
            </a:endParaRPr>
          </a:p>
          <a:p>
            <a:pPr algn="ctr"/>
            <a:endParaRPr lang="en-GB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2571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members diagram on graph paper&#10;&#10;AI-generated content may be incorrect.">
            <a:extLst>
              <a:ext uri="{FF2B5EF4-FFF2-40B4-BE49-F238E27FC236}">
                <a16:creationId xmlns:a16="http://schemas.microsoft.com/office/drawing/2014/main" id="{C4F140D7-636F-54E6-4D77-A57F48C69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09" y="1449684"/>
            <a:ext cx="3333750" cy="3238500"/>
          </a:xfrm>
          <a:prstGeom prst="rect">
            <a:avLst/>
          </a:prstGeom>
        </p:spPr>
      </p:pic>
      <p:pic>
        <p:nvPicPr>
          <p:cNvPr id="5" name="Picture 4" descr="A group of stick figures standing on a pink card&#10;&#10;AI-generated content may be incorrect.">
            <a:extLst>
              <a:ext uri="{FF2B5EF4-FFF2-40B4-BE49-F238E27FC236}">
                <a16:creationId xmlns:a16="http://schemas.microsoft.com/office/drawing/2014/main" id="{BF0A8634-247F-A0DF-CE0D-7629A05CD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013" y="1476375"/>
            <a:ext cx="2914650" cy="3905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624DD8-75E8-5562-8510-2C33F9D825E8}"/>
              </a:ext>
            </a:extLst>
          </p:cNvPr>
          <p:cNvSpPr txBox="1"/>
          <p:nvPr/>
        </p:nvSpPr>
        <p:spPr>
          <a:xfrm>
            <a:off x="7721648" y="2565435"/>
            <a:ext cx="440034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The current </a:t>
            </a:r>
            <a:r>
              <a:rPr lang="en-US" err="1"/>
              <a:t>group_members</a:t>
            </a:r>
            <a:r>
              <a:rPr lang="en-US"/>
              <a:t> simply a joint table, cannot track lifecycle or role within a group  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969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37CDD-B36E-A4F4-47DC-F772D7EDE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9FA1320-966A-7532-49F2-A2DB38BBBF88}"/>
              </a:ext>
            </a:extLst>
          </p:cNvPr>
          <p:cNvGrpSpPr/>
          <p:nvPr/>
        </p:nvGrpSpPr>
        <p:grpSpPr>
          <a:xfrm>
            <a:off x="191727" y="0"/>
            <a:ext cx="6483387" cy="6858000"/>
            <a:chOff x="2943461" y="0"/>
            <a:chExt cx="6483387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08382CC-417E-84F1-E518-A03603B63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43461" y="0"/>
              <a:ext cx="2595563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7C4BB05-CFBF-F35F-F6A5-74D4AD6AD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0648" y="3117387"/>
              <a:ext cx="38862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AE68A3C-F031-4CE1-A096-636B8F23B8A4}"/>
              </a:ext>
            </a:extLst>
          </p:cNvPr>
          <p:cNvSpPr txBox="1"/>
          <p:nvPr/>
        </p:nvSpPr>
        <p:spPr>
          <a:xfrm>
            <a:off x="5903407" y="431241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>
                <a:ea typeface="+mn-lt"/>
                <a:cs typeface="+mn-lt"/>
              </a:rPr>
              <a:t>Legacy `matching`</a:t>
            </a:r>
            <a:r>
              <a:rPr lang="en-US">
                <a:ea typeface="+mn-lt"/>
                <a:cs typeface="+mn-lt"/>
              </a:rPr>
              <a:t> tables store their own students, mentors, groups, interests, and availability </a:t>
            </a:r>
          </a:p>
          <a:p>
            <a:pPr marL="285750" indent="-285750">
              <a:buFont typeface="Calibri"/>
              <a:buChar char="-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Add `</a:t>
            </a:r>
            <a:r>
              <a:rPr lang="en-US" err="1">
                <a:ea typeface="+mn-lt"/>
                <a:cs typeface="+mn-lt"/>
              </a:rPr>
              <a:t>match_run</a:t>
            </a:r>
            <a:r>
              <a:rPr lang="en-US">
                <a:ea typeface="+mn-lt"/>
                <a:cs typeface="+mn-lt"/>
              </a:rPr>
              <a:t>` and `</a:t>
            </a:r>
            <a:r>
              <a:rPr lang="en-US" err="1">
                <a:ea typeface="+mn-lt"/>
                <a:cs typeface="+mn-lt"/>
              </a:rPr>
              <a:t>match_recommendation</a:t>
            </a:r>
            <a:r>
              <a:rPr lang="en-US">
                <a:ea typeface="+mn-lt"/>
                <a:cs typeface="+mn-lt"/>
              </a:rPr>
              <a:t>` records with score, explanation, and acceptance status </a:t>
            </a:r>
          </a:p>
          <a:p>
            <a:pPr marL="285750" indent="-285750">
              <a:buFont typeface="Calibri"/>
              <a:buChar char="-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Introduce new entity `</a:t>
            </a:r>
            <a:r>
              <a:rPr lang="en-US" err="1">
                <a:ea typeface="+mn-lt"/>
                <a:cs typeface="+mn-lt"/>
              </a:rPr>
              <a:t>mentor_availability</a:t>
            </a:r>
            <a:r>
              <a:rPr lang="en-US">
                <a:ea typeface="+mn-lt"/>
                <a:cs typeface="+mn-lt"/>
              </a:rPr>
              <a:t>`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56167-AB88-C298-BC9E-7B19B178B210}"/>
              </a:ext>
            </a:extLst>
          </p:cNvPr>
          <p:cNvSpPr txBox="1"/>
          <p:nvPr/>
        </p:nvSpPr>
        <p:spPr>
          <a:xfrm>
            <a:off x="6610978" y="3248967"/>
            <a:ext cx="538842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Calibri,Sans-Serif"/>
              <a:buChar char="-"/>
            </a:pPr>
            <a:r>
              <a:rPr lang="en-US" sz="1800" baseline="0">
                <a:latin typeface="Aptos"/>
                <a:ea typeface="Arial"/>
                <a:cs typeface="Arial"/>
              </a:rPr>
              <a:t>POST /</a:t>
            </a:r>
            <a:r>
              <a:rPr lang="en-US" sz="1800" baseline="0" err="1">
                <a:latin typeface="Aptos"/>
                <a:ea typeface="Arial"/>
                <a:cs typeface="Arial"/>
              </a:rPr>
              <a:t>api</a:t>
            </a:r>
            <a:r>
              <a:rPr lang="en-US" sz="1800" baseline="0">
                <a:latin typeface="Aptos"/>
                <a:ea typeface="Arial"/>
                <a:cs typeface="Arial"/>
              </a:rPr>
              <a:t>/v1/matching/group-runs</a:t>
            </a:r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r>
              <a:rPr lang="en-US" sz="1800" baseline="0">
                <a:latin typeface="Aptos"/>
                <a:ea typeface="Arial"/>
                <a:cs typeface="Arial"/>
              </a:rPr>
              <a:t>POST /</a:t>
            </a:r>
            <a:r>
              <a:rPr lang="en-US" sz="1800" baseline="0" err="1">
                <a:latin typeface="Aptos"/>
                <a:ea typeface="Arial"/>
                <a:cs typeface="Arial"/>
              </a:rPr>
              <a:t>api</a:t>
            </a:r>
            <a:r>
              <a:rPr lang="en-US" sz="1800" baseline="0">
                <a:latin typeface="Aptos"/>
                <a:ea typeface="Arial"/>
                <a:cs typeface="Arial"/>
              </a:rPr>
              <a:t>/v1/matching/mentor-assignments</a:t>
            </a:r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r>
              <a:rPr lang="en-US" sz="1800" baseline="0">
                <a:latin typeface="Aptos"/>
                <a:ea typeface="Arial"/>
                <a:cs typeface="Arial"/>
              </a:rPr>
              <a:t>POST /</a:t>
            </a:r>
            <a:r>
              <a:rPr lang="en-US" sz="1800" baseline="0" err="1">
                <a:latin typeface="Aptos"/>
                <a:ea typeface="Arial"/>
                <a:cs typeface="Arial"/>
              </a:rPr>
              <a:t>api</a:t>
            </a:r>
            <a:r>
              <a:rPr lang="en-US" sz="1800" baseline="0">
                <a:latin typeface="Aptos"/>
                <a:ea typeface="Arial"/>
                <a:cs typeface="Arial"/>
              </a:rPr>
              <a:t>/v1/matching/group-reassignments</a:t>
            </a:r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r>
              <a:rPr lang="en-US" sz="1800" baseline="0">
                <a:latin typeface="Aptos"/>
                <a:ea typeface="Arial"/>
                <a:cs typeface="Arial"/>
              </a:rPr>
              <a:t>POST /</a:t>
            </a:r>
            <a:r>
              <a:rPr lang="en-US" sz="1800" baseline="0" err="1">
                <a:latin typeface="Aptos"/>
                <a:ea typeface="Arial"/>
                <a:cs typeface="Arial"/>
              </a:rPr>
              <a:t>api</a:t>
            </a:r>
            <a:r>
              <a:rPr lang="en-US" sz="1800" baseline="0">
                <a:latin typeface="Aptos"/>
                <a:ea typeface="Arial"/>
                <a:cs typeface="Arial"/>
              </a:rPr>
              <a:t>/v1/matching/mentors/{id}/deactivate</a:t>
            </a:r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r>
              <a:rPr lang="en-US" sz="1800" baseline="0">
                <a:latin typeface="Aptos"/>
                <a:ea typeface="Arial"/>
                <a:cs typeface="Arial"/>
              </a:rPr>
              <a:t>GET /</a:t>
            </a:r>
            <a:r>
              <a:rPr lang="en-US" sz="1800" baseline="0" err="1">
                <a:latin typeface="Aptos"/>
                <a:ea typeface="Arial"/>
                <a:cs typeface="Arial"/>
              </a:rPr>
              <a:t>api</a:t>
            </a:r>
            <a:r>
              <a:rPr lang="en-US" sz="1800" baseline="0">
                <a:latin typeface="Aptos"/>
                <a:ea typeface="Arial"/>
                <a:cs typeface="Arial"/>
              </a:rPr>
              <a:t>/v1/matching/inactive-mentors/preview</a:t>
            </a:r>
            <a:r>
              <a:rPr lang="en-US" sz="180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r>
              <a:rPr lang="en-US" sz="1800" baseline="0">
                <a:latin typeface="Aptos"/>
                <a:ea typeface="Arial"/>
                <a:cs typeface="Arial"/>
              </a:rPr>
              <a:t>POST /api/v1/matching/inactive-mentors/</a:t>
            </a:r>
            <a:r>
              <a:rPr lang="en-US">
                <a:latin typeface="Aptos"/>
                <a:ea typeface="Arial"/>
                <a:cs typeface="Arial"/>
              </a:rPr>
              <a:t>replace</a:t>
            </a:r>
            <a:endParaRPr lang="en-US" sz="1800" baseline="0">
              <a:latin typeface="Aptos"/>
              <a:ea typeface="Arial"/>
              <a:cs typeface="Arial"/>
            </a:endParaRPr>
          </a:p>
        </p:txBody>
      </p:sp>
      <p:pic>
        <p:nvPicPr>
          <p:cNvPr id="8" name="Picture 7" descr="A screenshot of a web page&#10;&#10;AI-generated content may be incorrect.">
            <a:extLst>
              <a:ext uri="{FF2B5EF4-FFF2-40B4-BE49-F238E27FC236}">
                <a16:creationId xmlns:a16="http://schemas.microsoft.com/office/drawing/2014/main" id="{99E79C21-17CF-11A2-DAB5-86D3DF2CA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362" y="568255"/>
            <a:ext cx="3353638" cy="25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0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2026-03-29T22:00:48Z</dcterms:created>
  <dcterms:modified xsi:type="dcterms:W3CDTF">2026-03-30T01:06:47Z</dcterms:modified>
</cp:coreProperties>
</file>